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0C14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2286000"/>
            <a:ext cx="2286000" cy="2286000"/>
          </a:xfrm>
          <a:prstGeom prst="ellipse">
            <a:avLst/>
          </a:prstGeom>
          <a:solidFill>
            <a:srgbClr val="10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LUMENOVA</a:t>
            </a:r>
          </a:p>
          <a:p>
            <a:pPr>
              <a:spcBef>
                <a:spcPts val="1500"/>
              </a:spcBef>
              <a:defRPr sz="2200" b="1">
                <a:solidFill>
                  <a:srgbClr val="F59E0B"/>
                </a:solidFill>
                <a:latin typeface="Segoe UI"/>
              </a:defRPr>
            </a:pPr>
            <a:r>
              <a:t>Trustless Crowdfunding &amp; Milestone-Based Escrow</a:t>
            </a:r>
          </a:p>
          <a:p>
            <a:pPr>
              <a:spcBef>
                <a:spcPts val="1000"/>
              </a:spcBef>
              <a:defRPr sz="1400">
                <a:solidFill>
                  <a:srgbClr val="A0AEC0"/>
                </a:solidFill>
                <a:latin typeface="Segoe UI"/>
              </a:defRPr>
            </a:pPr>
            <a:r>
              <a:t>Empowering transparent project funding on Stellar Soroban through community governance, weighted on-chain voting, and soulbound badges.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2926080" cy="5486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✦ Built for Stellar Builder Challenge L5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Critical Trust Gap in Crowdfunding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Traditional Escrow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100% Upfront Disbursement: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Creators receive all capital upon campaign success, leaving backers with zero leverage.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No Ongoing Verification: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No mechanism exists to verify if project milestones are actually reached before funds are spent.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High Risk of Capital Loss: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If a campaign is abandoned or delayed, donors have no recourse and cannot retrieve their funds.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3200400"/>
            <a:ext cx="365760" cy="73152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The Backer's Risk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Blind Trust Dependency: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Backers are forced to trust social media updates or written reports, which can be easily fabricated.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Platform Centralization: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Web2 platforms take massive cuts (5-10%) and can freeze accounts arbitrarily without community consensus.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Disincentivized Backers: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Lack of alignment of incentives leads to low conversion rates, trust fatigue, and fewer repeating donors.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Lumenova's Milestone-Gated Escrow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  <a:latin typeface="Segoe UI"/>
              </a:defRPr>
            </a:pPr>
            <a:r>
              <a:t>Lumenova shifts the power balance back to the community by introducing a 4-milestone smart escrow contract. Funds are unlocked in 25% tranches only after cryptographic proof is verified and approved on-chain by the donors.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377440" cy="36576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377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01. Donate &amp; 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Funds are securely locked in the Soroban smart contract escrow. Donors receive Soulbound badge tokens representing governance rights.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37560" y="3657600"/>
            <a:ext cx="182880" cy="27432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377440" cy="36576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37744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02. Reach &amp; 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089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Creator builds the project and completes a milestone. Creator submits progress proof (hash/IPFS link) to the smart contract.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657600"/>
            <a:ext cx="182880" cy="27432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377440" cy="36576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2377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03. Weighted Vote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Donors vote to approve or reject the submitted proof. Votes are dynamically weighted based on individual donation amounts.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41080" y="3657600"/>
            <a:ext cx="182880" cy="27432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0" y="2011680"/>
            <a:ext cx="2377440" cy="36576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011680"/>
            <a:ext cx="2377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04. Release / Refund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1089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Approved: 25% of funds are released to creator. Rejected: Donors can instantly claim a refund for their remaining 25% share.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Intuitive Web3 Onboarding &amp;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377440" cy="42062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1. Wallet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77440"/>
            <a:ext cx="2011680" cy="1645920"/>
          </a:xfrm>
          <a:prstGeom prst="rect">
            <a:avLst/>
          </a:prstGeom>
          <a:solidFill>
            <a:srgbClr val="0C11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[ SCREENSHOT: image-2.png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Frictionless connection using Freighter Wallet. Integrated with Stellar's Testnet Friendbot for automated, one-click test funds.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45920"/>
            <a:ext cx="2377440" cy="42062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2. Interactive Grid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2377440"/>
            <a:ext cx="2011680" cy="1645920"/>
          </a:xfrm>
          <a:prstGeom prst="rect">
            <a:avLst/>
          </a:prstGeom>
          <a:solidFill>
            <a:srgbClr val="0C11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[ SCREENSHOT: image.png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2062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Visually displays active campaigns, milestone statuses, and escrow progress. Updates dynamically via Soroban event streaming.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377440" cy="42062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3. Trustless Escrow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77440"/>
            <a:ext cx="2011680" cy="1645920"/>
          </a:xfrm>
          <a:prstGeom prst="rect">
            <a:avLst/>
          </a:prstGeom>
          <a:solidFill>
            <a:srgbClr val="0C11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[ SCREENSHOT: image-1.png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062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Real-time copy-to-clipboard buttons, instant status toasts, and dynamic SVG progress gauges indicating target completion rates.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645920"/>
            <a:ext cx="2377440" cy="42062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4. Community Voting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377440"/>
            <a:ext cx="2011680" cy="1645920"/>
          </a:xfrm>
          <a:prstGeom prst="rect">
            <a:avLst/>
          </a:prstGeom>
          <a:solidFill>
            <a:srgbClr val="0C11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[ SCREENSHOT: image.png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2062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Backers can cast weighted votes. If a milestone is rejected, they can claim a refund via the refund() transaction on the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Capturing the Web3 &amp; Social Good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Market Size &amp;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$25B+ Crowdfunding Market: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The global market is expanding, yet transaction costs, delays, and lack of transparency remain major pain points.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Trust Deficit: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Over 12% of crowdfunding campaigns face delays or fail to deliver entirely, dampening donor confidence.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Decentralized Giving (Web3):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Decentralized donation volume has surged by 400% over the last three years, demanding trustless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Why Build on Stellar?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Low Cost &amp; Fast Finality: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Stellar ensures micro-donations are economically viable, with sub-cent network transaction fees.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Interoperability &amp; Anchors: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Simplifies local currency on/off ramping, allowing non-crypto users to participate globally.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Soroban Rust Smart Contracts: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Safe, execution-optimized WASM runtime for trustless, multi-contract escrow and voting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Decoupled &amp; Scalable Smart Contract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1. 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React / Vite / TypeScript</a:t>
            </a:r>
            <a:br/>
            <a:br/>
            <a:r>
              <a:t>• Fetches contract state via RPC.</a:t>
            </a:r>
            <a:br/>
            <a:r>
              <a:t>• Custom SVG progress widgets.</a:t>
            </a:r>
            <a:br/>
            <a:r>
              <a:t>• Real-time state-based toast notifications.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71216" y="3657600"/>
            <a:ext cx="91440" cy="18288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99232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Wallet /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Freighter Wallet &amp; SDK</a:t>
            </a:r>
            <a:br/>
            <a:br/>
            <a:r>
              <a:t>• Secure transaction signature.</a:t>
            </a:r>
            <a:br/>
            <a:r>
              <a:t>• Interacts with Horizon Server &amp; Soroban RPC endpoint.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56048" y="3657600"/>
            <a:ext cx="91440" cy="18288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3. Escrow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Crowdfunding (Soroban)</a:t>
            </a:r>
            <a:br/>
            <a:br/>
            <a:r>
              <a:t>• Stores milestones, goals.</a:t>
            </a:r>
            <a:br/>
            <a:r>
              <a:t>• Manages escrow balances.</a:t>
            </a:r>
            <a:br/>
            <a:r>
              <a:t>• Publishes custom events.</a:t>
            </a:r>
            <a:br/>
            <a:r>
              <a:t>• Performs voting checks.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0880" y="3657600"/>
            <a:ext cx="91440" cy="18288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68896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Badge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Rewards Badge (Soroban)</a:t>
            </a:r>
            <a:br/>
            <a:br/>
            <a:r>
              <a:t>• Soulbound badge tiers.</a:t>
            </a:r>
            <a:br/>
            <a:r>
              <a:t>• Multi-contract mint call.</a:t>
            </a:r>
            <a:br/>
            <a:r>
              <a:t>• Custom mint authorizations (`set_minter`).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25712" y="3657600"/>
            <a:ext cx="91440" cy="18288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53728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5. Ledger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Stellar Testnet Network</a:t>
            </a:r>
            <a:br/>
            <a:br/>
            <a:r>
              <a:t>• finality under 5s.</a:t>
            </a:r>
            <a:br/>
            <a:r>
              <a:t>• Low fee processing.</a:t>
            </a:r>
            <a:br/>
            <a:r>
              <a:t>• Immutable ledger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TRACTION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Early Testnet Traction &amp;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108960" cy="1828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87+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Active Wallets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Onboarded testnet users participating in campaigns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108960" cy="1828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On-Chain Donations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Successful crowdfunding escrow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108960" cy="1828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Verification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On-chain voting success and validation of proofs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0332720" cy="1828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Community-Driven Product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Segoe UI"/>
              </a:defRPr>
            </a:pPr>
            <a:r>
              <a:t>• Leveraged active feedback from 83 early testnet community contributors to iteratively refine the application.</a:t>
            </a:r>
            <a:br/>
            <a:r>
              <a:t>• Implemented 8 core community-requested features: copy-to-clipboard functionality, real-time toast alerts, Light/Dark mode options, direct onboarding faucet access, and custom visual empty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PRODUCT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Community Feedback &amp; Iteration Cycles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29184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UX &amp;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Before:</a:t>
            </a:r>
            <a:br/>
            <a:r>
              <a:t>Backers struggled to copy wallet addresses and contract IDs manually.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After:</a:t>
            </a:r>
            <a:br/>
            <a:r>
              <a:t>Added copy-to-clipboard buttons and state-based toast notifications for success/failure.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ONBOARDING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Before:</a:t>
            </a:r>
            <a:br/>
            <a:r>
              <a:t>No direct mechanism for testnet token funding for new users.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After:</a:t>
            </a:r>
            <a:br/>
            <a:r>
              <a:t>Integrated an onboarding helper faucet button into the welcome modal for immediate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29184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THEMING &amp; ACCENTS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4688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Before:</a:t>
            </a:r>
            <a:br/>
            <a:r>
              <a:t>Rigid dark-only design with plain visual components.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After:</a:t>
            </a:r>
            <a:br/>
            <a:r>
              <a:t>Implemented a system-wide Dark/Light mode toggle, customized styling, and SVG state loaders.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Ecosystem Growth &amp; Backer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Onboarding &amp;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Organic Sharing Options: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Embedded dynamic 'Share' button that copies custom campaign links directly to the clipboard, simplifying social media distribution.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Frictionless Entry Point: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One-click Friendbot token minting on welcome modal allows Web3 novices to immediately fund demo campaigns.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Engagement &amp; Gamification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Soulbound Badges (SBTs):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Donors are minted non-transferable reward badges (Spark, Glow, Supernova) directly matching their cumulative on-chain donation volume.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Proof-of-Contribution Reputation: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Badges serve as proof of reputation across the ecosystem. Future updates will lock voting capabilities in other platforms to high-tier badge holders.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ROADMAP &amp; FUTURE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37744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64592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Phase 1: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COMPLETED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Core Soroban contracts.</a:t>
            </a:r>
            <a:br/>
            <a:r>
              <a:t>• Mock client testing.</a:t>
            </a:r>
            <a:br/>
            <a:r>
              <a:t>• Initial milestone lock logic.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83080"/>
            <a:ext cx="27432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37744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64592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Phase 2: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 PROGRESS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Stellar Testnet launch.</a:t>
            </a:r>
            <a:br/>
            <a:r>
              <a:t>• 80+ unique user interactions.</a:t>
            </a:r>
            <a:br/>
            <a:r>
              <a:t>• Community feedback and fixes.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783080"/>
            <a:ext cx="27432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37744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6459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Phase 3: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Smart contract security audit.</a:t>
            </a:r>
            <a:br/>
            <a:r>
              <a:t>• Mainnet deploy preparation.</a:t>
            </a:r>
            <a:br/>
            <a:r>
              <a:t>• Public beta launch.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783080"/>
            <a:ext cx="27432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2011680"/>
            <a:ext cx="237744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164592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Phase 4: 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Stellar Anchor integration.</a:t>
            </a:r>
            <a:br/>
            <a:r>
              <a:t>• Fiat onboarding.</a:t>
            </a:r>
            <a:br/>
            <a:r>
              <a:t>• SBT multi-dApp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ECOSYSTEM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Empowering Public Goods: Our 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75488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Project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Open Source Infrastructure: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Lumenova is built as a public good to secure crowdfunding transparently. The code is 100% open-source.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Community First: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We focus on aligning incentives between project builders and micro-donors, minimizing Web3 onboarding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475488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Ecosystem Support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Smart Contract Auditing: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Seeking partnerships with auditing teams to review escrow and badge contract security prior to Mainnet deployment.</a:t>
            </a:r>
          </a:p>
          <a:p>
            <a:pPr>
              <a:defRPr sz="1400" b="1">
                <a:solidFill>
                  <a:srgbClr val="A0AEC0"/>
                </a:solidFill>
              </a:defRPr>
            </a:pPr>
            <a:r>
              <a:t>• Anchor Integration &amp; Pilot Projects: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Looking for partners to pilot test the milestone-escrow framework for real-world charitable giving and local grants.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  <a:latin typeface="Trebuchet MS"/>
              </a:defRPr>
            </a:pPr>
            <a:r>
              <a:t>Empower Trust. Build Together.</a:t>
            </a:r>
          </a:p>
          <a:p>
            <a:pPr algn="ctr">
              <a:spcBef>
                <a:spcPts val="1500"/>
              </a:spcBef>
              <a:defRPr sz="1800">
                <a:solidFill>
                  <a:srgbClr val="A0AEC0"/>
                </a:solidFill>
                <a:latin typeface="Segoe UI"/>
              </a:defRPr>
            </a:pPr>
            <a:r>
              <a:t>Bringing transparency and community-led alignment to global crowdfunding.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2377440" cy="2011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GitHub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github.com/Abhishek86038/Lumenova-A5</a:t>
            </a:r>
            <a:br/>
            <a:br/>
            <a:r>
              <a:t>[ Check code and commits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657600"/>
            <a:ext cx="2377440" cy="2011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Live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lumenova-a5.vercel.app</a:t>
            </a:r>
            <a:br/>
            <a:br/>
            <a:r>
              <a:t>[ Access on Testnet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377440" cy="2011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Video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youtu.be/WZeQO9A-DmE</a:t>
            </a:r>
            <a:br/>
            <a:br/>
            <a:r>
              <a:t>[ Watch Demo Video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657600"/>
            <a:ext cx="2377440" cy="2011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Developer 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Abhishek / Team</a:t>
            </a:r>
            <a:br/>
            <a:r>
              <a:t>[ abhishek@example.com ]</a:t>
            </a:r>
            <a:br/>
            <a:br/>
            <a:r>
              <a:t>[ Say hello!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